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E2857-D2D5-B913-072F-52920FA15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DE59F-3F67-5D8C-1CB2-26D380E71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57008-44FE-F93D-B4EC-69A09150A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D077-76F5-470B-A56A-5AD189DCF672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3B935-F5C6-19E0-CCD8-D492CC08E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CE961-1B76-C5DA-F9A5-E0874823F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1793-7C49-4CD1-93FC-4D2D3B07D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522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DBDF5-C580-67C0-E9F7-30F823D4F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4E115-F8D6-3FDC-D527-30F9A7A97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DEAA4-5D1A-7BD2-E163-DB621ABD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D077-76F5-470B-A56A-5AD189DCF672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4FC9C-64A2-BB9F-A8C5-D918D0776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5CC23-CA9B-AD6D-9CEB-7D31AF31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1793-7C49-4CD1-93FC-4D2D3B07D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43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BC56-B26A-B7D2-0D59-9E7CBE108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8FBFE-16C5-FD62-27B3-C1D4D5854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6F2A2-D3D9-7739-97AA-BFE9E196E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D077-76F5-470B-A56A-5AD189DCF672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D45B7-16CF-2B42-DBBF-55611ECC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C281C-637D-9C69-AD8C-982CF84F1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1793-7C49-4CD1-93FC-4D2D3B07D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43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382BC-5386-B64D-B86C-725E3E80F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3646D-FF51-DF8F-D0A9-D8BCFCCCA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A7DDF-8F83-94A2-19AD-288FB5201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52215-A0CE-2490-EDC5-680611F1E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D077-76F5-470B-A56A-5AD189DCF672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73862-8666-5357-F1AA-68822CDF5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BF773-570A-1E4C-4AC1-F0CDFE5C2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1793-7C49-4CD1-93FC-4D2D3B07D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585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D6BF8-64E7-CBBE-C373-68B2F9571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03212-B0D3-DC04-AB95-B26A2684A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060D0-82F1-70BE-3394-29EECB79E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022613-0446-9B52-BDA2-45A91B62F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BC0582-C9B9-0815-2D79-7CFC9CFF3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B83988-3CAE-7219-D7E4-01AE5272D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D077-76F5-470B-A56A-5AD189DCF672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5087C4-1E44-F7E7-1231-BE5201B82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4C8CD-6918-5BBD-C7C4-366242CAE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1793-7C49-4CD1-93FC-4D2D3B07D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11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F5993-E8FA-7468-8A54-D6ACA88E4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08559B-BB0F-48E9-DEEA-CD138245B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D077-76F5-470B-A56A-5AD189DCF672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B4FFD-B41E-3F97-C27C-B0E4F687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B138C6-000B-DC01-2B2F-BC05ED865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1793-7C49-4CD1-93FC-4D2D3B07D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663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2D3FA7-23C4-C6F7-9767-EF9F81CC9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D077-76F5-470B-A56A-5AD189DCF672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DF1064-99E7-1FDA-86E3-C3F818341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4CB3B-4B0F-01BD-D231-E1DE90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1793-7C49-4CD1-93FC-4D2D3B07D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283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9AE9F-9740-FF03-1964-16FCAF80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0211A-A7C1-C744-12DB-A953D8A4A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A9950-EB76-6424-1151-F2F4A68D3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DC46F-6B01-792A-7F3E-6BB6E3E3A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D077-76F5-470B-A56A-5AD189DCF672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43DD5-D84D-CA9E-FD49-35E3560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C1B5C-E663-F5CA-5290-8D8A3D5C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1793-7C49-4CD1-93FC-4D2D3B07D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843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0DAD0-D0F2-ADAF-37BE-B5106854C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D34A6A-8DC5-8F1E-D9B7-27EF734836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17334-68BA-A415-50AB-05E555317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64C62-C74E-4F67-51AB-7D14E0168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D077-76F5-470B-A56A-5AD189DCF672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528A-A45E-191F-DEB3-A01722B40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5B0F4-7F87-01F3-D5CD-BAC2B0AAB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1793-7C49-4CD1-93FC-4D2D3B07D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026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BEA44-B58B-9DDB-28F2-74884D39E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4059B-2D00-3FA4-9917-B06BAA74A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D6BEA-A343-7DF6-2E8D-66706F467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D077-76F5-470B-A56A-5AD189DCF672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0C816-917C-7359-A129-304BBB38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D7741-83E3-D715-85A7-FE86006D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1793-7C49-4CD1-93FC-4D2D3B07D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055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A4EFAE-4EB3-16BA-98CF-024CD711A2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06A0A-12E6-E28A-0112-641B36B65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F3B59-FDE2-09AF-B5C3-AD8E72EF6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D077-76F5-470B-A56A-5AD189DCF672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EAFD7-A8A4-C28D-FBEB-F4FC1E0F6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25D30-1950-0804-E6E1-5A88F9511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A1793-7C49-4CD1-93FC-4D2D3B07D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862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E8AB82-5F84-67B6-643E-E447BA04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BCC5C-9D52-1FB0-B088-DBBDBF57D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FB090-060F-0BED-94B1-DAF43E1358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15D077-76F5-470B-A56A-5AD189DCF672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F59A6-001D-B0D0-B611-16AA1A01C4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EDB6A-5075-6690-A853-9F9A29149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4A1793-7C49-4CD1-93FC-4D2D3B07D1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884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F19BE2D3-5DDD-328A-9722-16DCEA657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550" y="1976852"/>
            <a:ext cx="6985429" cy="465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ES | GST">
            <a:extLst>
              <a:ext uri="{FF2B5EF4-FFF2-40B4-BE49-F238E27FC236}">
                <a16:creationId xmlns:a16="http://schemas.microsoft.com/office/drawing/2014/main" id="{D93814BC-8C24-8DE5-7055-E8BA9F1F2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85102" cy="76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C67864-4A40-5BF0-366F-228D89993830}"/>
              </a:ext>
            </a:extLst>
          </p:cNvPr>
          <p:cNvSpPr txBox="1"/>
          <p:nvPr/>
        </p:nvSpPr>
        <p:spPr>
          <a:xfrm>
            <a:off x="4328476" y="2315177"/>
            <a:ext cx="35350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ea typeface="+mj-lt"/>
                <a:cs typeface="+mj-lt"/>
              </a:rPr>
              <a:t>Air Quality Index Monitoring</a:t>
            </a:r>
            <a:endParaRPr lang="en-IN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A57C04-40DF-0CC7-C442-54B3A3F1A8C7}"/>
              </a:ext>
            </a:extLst>
          </p:cNvPr>
          <p:cNvSpPr txBox="1"/>
          <p:nvPr/>
        </p:nvSpPr>
        <p:spPr>
          <a:xfrm>
            <a:off x="3047163" y="1474839"/>
            <a:ext cx="62139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SIES GRADUATE SCHOOL OF TECHNOLOGY</a:t>
            </a:r>
          </a:p>
        </p:txBody>
      </p:sp>
      <p:pic>
        <p:nvPicPr>
          <p:cNvPr id="5" name="Picture 4" descr="SIES | GST">
            <a:extLst>
              <a:ext uri="{FF2B5EF4-FFF2-40B4-BE49-F238E27FC236}">
                <a16:creationId xmlns:a16="http://schemas.microsoft.com/office/drawing/2014/main" id="{D109E94E-BB16-5384-0BC4-4EF518513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385" y="88787"/>
            <a:ext cx="2791230" cy="1266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A9E4B3-ED24-8601-E035-062429F1CD59}"/>
              </a:ext>
            </a:extLst>
          </p:cNvPr>
          <p:cNvSpPr txBox="1"/>
          <p:nvPr/>
        </p:nvSpPr>
        <p:spPr>
          <a:xfrm>
            <a:off x="2759882" y="1895008"/>
            <a:ext cx="6672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Value Added Course on Data Visualization And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FC5314-A271-447C-AD1E-B28597987D53}"/>
              </a:ext>
            </a:extLst>
          </p:cNvPr>
          <p:cNvSpPr txBox="1"/>
          <p:nvPr/>
        </p:nvSpPr>
        <p:spPr>
          <a:xfrm>
            <a:off x="568217" y="3296623"/>
            <a:ext cx="40508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PRESENTED BY:</a:t>
            </a:r>
          </a:p>
          <a:p>
            <a:r>
              <a:rPr lang="en-IN" dirty="0"/>
              <a:t>NAME:                                                PRN:</a:t>
            </a:r>
          </a:p>
          <a:p>
            <a:endParaRPr lang="en-IN" dirty="0"/>
          </a:p>
          <a:p>
            <a:r>
              <a:rPr lang="en-US" dirty="0"/>
              <a:t>Sourish Kanna                        -122A1098</a:t>
            </a:r>
          </a:p>
          <a:p>
            <a:endParaRPr lang="en-IN" dirty="0"/>
          </a:p>
          <a:p>
            <a:r>
              <a:rPr lang="en-US" dirty="0"/>
              <a:t>Maheswari Nadar                 -121A1062</a:t>
            </a:r>
          </a:p>
          <a:p>
            <a:endParaRPr lang="en-US" dirty="0"/>
          </a:p>
          <a:p>
            <a:r>
              <a:rPr lang="en-US" dirty="0"/>
              <a:t>Soham Kadam                       -121A1036</a:t>
            </a:r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82224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ud with a clock and text&#10;&#10;AI-generated content may be incorrect.">
            <a:extLst>
              <a:ext uri="{FF2B5EF4-FFF2-40B4-BE49-F238E27FC236}">
                <a16:creationId xmlns:a16="http://schemas.microsoft.com/office/drawing/2014/main" id="{3BB1A903-F427-0484-1794-3AAE048A3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241" y="207023"/>
            <a:ext cx="3750117" cy="29655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B73295-4D5A-077A-D36E-66C45B6922AA}"/>
              </a:ext>
            </a:extLst>
          </p:cNvPr>
          <p:cNvSpPr txBox="1"/>
          <p:nvPr/>
        </p:nvSpPr>
        <p:spPr>
          <a:xfrm>
            <a:off x="422784" y="914790"/>
            <a:ext cx="6823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Quality Index (AQI) Monitoring and Prediction System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7213F-C568-2CD1-B903-68BEFF9DB773}"/>
              </a:ext>
            </a:extLst>
          </p:cNvPr>
          <p:cNvSpPr txBox="1"/>
          <p:nvPr/>
        </p:nvSpPr>
        <p:spPr>
          <a:xfrm>
            <a:off x="422784" y="269746"/>
            <a:ext cx="37362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&amp; Project Overview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85150EF-C81A-C814-7E0C-D703A97D7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84" y="1689782"/>
            <a:ext cx="855406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Domain: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Analytics and Machine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Focus: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monitoring and short-term prediction of urban air pollution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Coverage: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Mumbai, Thane, Navi Mumbai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Idea: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a live, cloud-deployed system that continuously collects air quality data, predicts near-future pollution levels, and presents insights through an interactive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for data collection and machine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OpenWeatherMap API for real-time pollution and weather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Sheets as a live data storage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 for interactive visualization and reporting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Oracle Cloud VPS for 24/7 backend 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928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wearing a mask&#10;&#10;AI-generated content may be incorrect.">
            <a:extLst>
              <a:ext uri="{FF2B5EF4-FFF2-40B4-BE49-F238E27FC236}">
                <a16:creationId xmlns:a16="http://schemas.microsoft.com/office/drawing/2014/main" id="{5CC2A735-5814-D2EC-E582-1AE0C4D24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705" y="1047159"/>
            <a:ext cx="6815631" cy="50783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C3C456-F6EF-AA36-08C7-742B9A670988}"/>
              </a:ext>
            </a:extLst>
          </p:cNvPr>
          <p:cNvSpPr txBox="1"/>
          <p:nvPr/>
        </p:nvSpPr>
        <p:spPr>
          <a:xfrm>
            <a:off x="462116" y="41510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Motivation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41FDF1-F16B-86FE-2B19-598C06463A9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62116" y="1047159"/>
            <a:ext cx="5987845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Air pollution in metropolitan regions has become a critical public health issue.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concentrations of pollutants such as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PM2.5 and PM10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 to respiratory and cardiovascular problems.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AQI monitoring solutions: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Often provide only static or delayed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Do not offer short-term predictive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Lack region-specific access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system that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and continuously updated AQI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Predicts near-future pollution levels for early warning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Converts raw data into actionable health advisories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This project aims to build a practical, scalable, and low-  complexity solution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real-world deployment  within academic constraints.</a:t>
            </a:r>
          </a:p>
        </p:txBody>
      </p:sp>
    </p:spTree>
    <p:extLst>
      <p:ext uri="{BB962C8B-B14F-4D97-AF65-F5344CB8AC3E}">
        <p14:creationId xmlns:p14="http://schemas.microsoft.com/office/powerpoint/2010/main" val="3777357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99757A-8828-79ED-C797-24542F64E8EA}"/>
              </a:ext>
            </a:extLst>
          </p:cNvPr>
          <p:cNvSpPr txBox="1"/>
          <p:nvPr/>
        </p:nvSpPr>
        <p:spPr>
          <a:xfrm>
            <a:off x="403123" y="29711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FF42C2-49DC-FC90-3A6C-F05F3873903E}"/>
              </a:ext>
            </a:extLst>
          </p:cNvPr>
          <p:cNvSpPr txBox="1"/>
          <p:nvPr/>
        </p:nvSpPr>
        <p:spPr>
          <a:xfrm>
            <a:off x="403123" y="982489"/>
            <a:ext cx="695140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real-time air pollution and weather data using a public API.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data fetching and storage without manual intervention.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a machine learning model for short-term AQI prediction.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pollution trends and predictions using an interactive dashboard.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health advisories based on pollution levels.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Regional Level Security (RLS) so users can access only city-specific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end-to-end integration of: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data pipelines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tools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8BE8ADC-B3B3-1486-5A08-AE39ACF39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659" y="758779"/>
            <a:ext cx="5013440" cy="501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079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erson and person holding a clipboard and a phone&#10;&#10;AI-generated content may be incorrect.">
            <a:extLst>
              <a:ext uri="{FF2B5EF4-FFF2-40B4-BE49-F238E27FC236}">
                <a16:creationId xmlns:a16="http://schemas.microsoft.com/office/drawing/2014/main" id="{6FEE0DB0-D362-30BE-69A0-76D7B4C3F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812" y="1078268"/>
            <a:ext cx="5909188" cy="43874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DA97BC-48CD-2C7C-FDBB-9916A4ED82C5}"/>
              </a:ext>
            </a:extLst>
          </p:cNvPr>
          <p:cNvSpPr txBox="1"/>
          <p:nvPr/>
        </p:nvSpPr>
        <p:spPr>
          <a:xfrm>
            <a:off x="363793" y="44459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795D94-2430-CD5B-5877-1146E70EA6A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63793" y="1078268"/>
            <a:ext cx="805262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modular, end-to-end architecture.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Source Layer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OpenWeatherMap API provides real-time air pollution and weather data in structured JSON format.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Processing Layer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automation script fetches data every 15 minutes.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Script is deployed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Oracle Cloud VPS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ensure continuous execution.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Layer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Processed data is pushed to Google Sheets, acting as a live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&amp; Visualization Layer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 connects directly to Google Sheets for real-time dashboard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 Layer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predicts next-hour PM2.5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ensures scalability, reliability, and minimal manual intervention.</a:t>
            </a:r>
          </a:p>
        </p:txBody>
      </p:sp>
    </p:spTree>
    <p:extLst>
      <p:ext uri="{BB962C8B-B14F-4D97-AF65-F5344CB8AC3E}">
        <p14:creationId xmlns:p14="http://schemas.microsoft.com/office/powerpoint/2010/main" val="2861220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pointing at a screen&#10;&#10;AI-generated content may be incorrect.">
            <a:extLst>
              <a:ext uri="{FF2B5EF4-FFF2-40B4-BE49-F238E27FC236}">
                <a16:creationId xmlns:a16="http://schemas.microsoft.com/office/drawing/2014/main" id="{4B3C3D7E-E2E1-8641-EE35-3DA3715AC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786" y="1700980"/>
            <a:ext cx="5046621" cy="32491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EB57A9-F99C-0BAA-F482-AFF032E939AF}"/>
              </a:ext>
            </a:extLst>
          </p:cNvPr>
          <p:cNvSpPr txBox="1"/>
          <p:nvPr/>
        </p:nvSpPr>
        <p:spPr>
          <a:xfrm>
            <a:off x="422787" y="30694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Data Collection &amp; Dataset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9B6C4A-284F-F200-4FC5-7EB58763FBC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22787" y="1178286"/>
            <a:ext cx="609599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collected automatically at regular intervals (every 15 minutes).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Cities monitored: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Mumbai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Navi Mumbai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Parameters collected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AQI Level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PM2.5 and PM10 concentrations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Gaseous pollutants: CO and NO₂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Meteorological parameters: temperature, humidity, wind speed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coordinates and timestamps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data entry represents a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time-specific pollution snapshot.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dataset enables easy analysis, visualization, and prediction.</a:t>
            </a:r>
          </a:p>
        </p:txBody>
      </p:sp>
    </p:spTree>
    <p:extLst>
      <p:ext uri="{BB962C8B-B14F-4D97-AF65-F5344CB8AC3E}">
        <p14:creationId xmlns:p14="http://schemas.microsoft.com/office/powerpoint/2010/main" val="3164345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A7CBA7-3836-C3FD-2137-58EC0E4E4C0E}"/>
              </a:ext>
            </a:extLst>
          </p:cNvPr>
          <p:cNvSpPr txBox="1"/>
          <p:nvPr/>
        </p:nvSpPr>
        <p:spPr>
          <a:xfrm>
            <a:off x="619432" y="4249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for AQI Prediction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82609A-45E1-0882-DB51-CFBEB471A0F0}"/>
              </a:ext>
            </a:extLst>
          </p:cNvPr>
          <p:cNvSpPr txBox="1"/>
          <p:nvPr/>
        </p:nvSpPr>
        <p:spPr>
          <a:xfrm>
            <a:off x="619432" y="1207269"/>
            <a:ext cx="693174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Predict short-term air pollution trends.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PM2.5 concentration.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Linear Regression.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for Selection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efficient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interpret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short-term forecasting with limited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PM2.5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 speed, humidity, and temperature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PM2.5 value for the next hour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results are stored alongside actual values for comparison.</a:t>
            </a:r>
          </a:p>
        </p:txBody>
      </p:sp>
      <p:sp>
        <p:nvSpPr>
          <p:cNvPr id="6" name="AutoShape 2" descr="Air Quality Monitoring Isolated Cartoon Vector Illustrations, Cartoon  Clipart, Air Clipart, Caricature PNG and Vector with Transparent Background  for Free Download">
            <a:extLst>
              <a:ext uri="{FF2B5EF4-FFF2-40B4-BE49-F238E27FC236}">
                <a16:creationId xmlns:a16="http://schemas.microsoft.com/office/drawing/2014/main" id="{EC4C9D8C-ECAA-49CE-5CD1-A1760DC300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96232" y="1939412"/>
            <a:ext cx="2659627" cy="2659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 descr="A person standing next to a large electronic device&#10;&#10;AI-generated content may be incorrect.">
            <a:extLst>
              <a:ext uri="{FF2B5EF4-FFF2-40B4-BE49-F238E27FC236}">
                <a16:creationId xmlns:a16="http://schemas.microsoft.com/office/drawing/2014/main" id="{CBEBD5AF-D50E-958A-10D5-0A009EE3E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695" y="1207269"/>
            <a:ext cx="5305287" cy="476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85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302D80-BF66-168B-5C80-0AEFA847BBFD}"/>
              </a:ext>
            </a:extLst>
          </p:cNvPr>
          <p:cNvSpPr txBox="1"/>
          <p:nvPr/>
        </p:nvSpPr>
        <p:spPr>
          <a:xfrm>
            <a:off x="570271" y="32661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 &amp;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D4F70-D1E4-423D-E9C8-31702C615954}"/>
              </a:ext>
            </a:extLst>
          </p:cNvPr>
          <p:cNvSpPr txBox="1"/>
          <p:nvPr/>
        </p:nvSpPr>
        <p:spPr>
          <a:xfrm>
            <a:off x="570271" y="1120988"/>
            <a:ext cx="564371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is developed using Power BI for interactive and real-time analysis.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is connected directly to the live Google Sheet, ensuring automatic data refresh.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visual components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displaying average AQI, PM2.5, and PM10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comparing actual PM2.5 values with predicted PM2.5 values over 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the relationship between wind speed and pollution levels.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Map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visualizing city-wise pollution intensity using latitude and longitude.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is designed to be intuitive, informative, and suitable for both technical and non-technical users.</a:t>
            </a:r>
          </a:p>
        </p:txBody>
      </p:sp>
      <p:pic>
        <p:nvPicPr>
          <p:cNvPr id="7" name="Picture 6" descr="A person and person in a classroom&#10;&#10;AI-generated content may be incorrect.">
            <a:extLst>
              <a:ext uri="{FF2B5EF4-FFF2-40B4-BE49-F238E27FC236}">
                <a16:creationId xmlns:a16="http://schemas.microsoft.com/office/drawing/2014/main" id="{86300027-A49D-AE58-CF2F-4308BFB47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046" y="1248698"/>
            <a:ext cx="6270954" cy="411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777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holding a tablet&#10;&#10;AI-generated content may be incorrect.">
            <a:extLst>
              <a:ext uri="{FF2B5EF4-FFF2-40B4-BE49-F238E27FC236}">
                <a16:creationId xmlns:a16="http://schemas.microsoft.com/office/drawing/2014/main" id="{592C2E7D-2E8A-E898-6E51-E825F3ACC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792" y="1145939"/>
            <a:ext cx="5677208" cy="4118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8F9AD0-2DE9-7F6B-EA8D-A009E02BFEF3}"/>
              </a:ext>
            </a:extLst>
          </p:cNvPr>
          <p:cNvSpPr txBox="1"/>
          <p:nvPr/>
        </p:nvSpPr>
        <p:spPr>
          <a:xfrm>
            <a:off x="717754" y="454431"/>
            <a:ext cx="73545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Advisory System &amp; Regional Level Security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5E67F3-18D7-E392-90CF-197174DCA0F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17754" y="1271660"/>
            <a:ext cx="5677207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rule-based health advisory system is integrated into the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Advisory messages are generated based on PM2.5 thresholds.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PM2.5 concentration → “High Pollution – Wear a Mask”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Regional Level Security (RLS)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implemented in Power BI.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RLS ensures: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view only data related to their assigned city.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data privacy and relevance.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feature satisfies an important external evaluation requirement.</a:t>
            </a:r>
          </a:p>
        </p:txBody>
      </p:sp>
    </p:spTree>
    <p:extLst>
      <p:ext uri="{BB962C8B-B14F-4D97-AF65-F5344CB8AC3E}">
        <p14:creationId xmlns:p14="http://schemas.microsoft.com/office/powerpoint/2010/main" val="3857831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using a tablet&#10;&#10;AI-generated content may be incorrect.">
            <a:extLst>
              <a:ext uri="{FF2B5EF4-FFF2-40B4-BE49-F238E27FC236}">
                <a16:creationId xmlns:a16="http://schemas.microsoft.com/office/drawing/2014/main" id="{D2544B35-2F8F-58E4-6E1B-716899A39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33479"/>
            <a:ext cx="5862488" cy="39910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AA5DB6-AD86-CA4C-4E44-0290BB2EA569}"/>
              </a:ext>
            </a:extLst>
          </p:cNvPr>
          <p:cNvSpPr txBox="1"/>
          <p:nvPr/>
        </p:nvSpPr>
        <p:spPr>
          <a:xfrm>
            <a:off x="521110" y="365940"/>
            <a:ext cx="75315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Results, Observations &amp; System Advantages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D75446-F7C9-984D-AD98-6C273815202C}"/>
              </a:ext>
            </a:extLst>
          </p:cNvPr>
          <p:cNvSpPr txBox="1"/>
          <p:nvPr/>
        </p:nvSpPr>
        <p:spPr>
          <a:xfrm>
            <a:off x="648930" y="1169301"/>
            <a:ext cx="60763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PM2.5 levels remain consistently high in metropolitan regions.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wind speed generally leads to reduced pollution concentration.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PM2.5 trends closely follow actual observed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the system: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automated and continuously running backend.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data integration instead of static datasets.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yet effective machine learning implementation.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 for adding more cities or features.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demonstrates practical application of data analytics and ML concepts.</a:t>
            </a:r>
          </a:p>
        </p:txBody>
      </p:sp>
    </p:spTree>
    <p:extLst>
      <p:ext uri="{BB962C8B-B14F-4D97-AF65-F5344CB8AC3E}">
        <p14:creationId xmlns:p14="http://schemas.microsoft.com/office/powerpoint/2010/main" val="1987508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03F62E-46FC-08EC-8814-867C7A5DD2FE}"/>
              </a:ext>
            </a:extLst>
          </p:cNvPr>
          <p:cNvSpPr txBox="1"/>
          <p:nvPr/>
        </p:nvSpPr>
        <p:spPr>
          <a:xfrm>
            <a:off x="589935" y="287282"/>
            <a:ext cx="41885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75F39F-0B5D-978F-5950-2B1224C68AC9}"/>
              </a:ext>
            </a:extLst>
          </p:cNvPr>
          <p:cNvSpPr txBox="1"/>
          <p:nvPr/>
        </p:nvSpPr>
        <p:spPr>
          <a:xfrm>
            <a:off x="589935" y="938407"/>
            <a:ext cx="111006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demonstrates a real-time Air Quality Index monitoring and prediction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air pollution and weather data are collected, processed, and stored automatically using a cloud-based backend.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 learning model is applied to predict short-term PM2.5 levels, enabling early awareness of pollution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BI dashboard provides clear visualization, health advisories, and secure city-wise access through RLS.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fulfills all major academic evaluation criteria: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data integration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implementation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visualization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advanced forecasting models such as LSTM or ARIMA for improved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coverage to additional cities and regions.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alert systems using SMS or email notifications.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web or mobile application interface for wider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4251083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blue text&#10;&#10;AI-generated content may be incorrect.">
            <a:extLst>
              <a:ext uri="{FF2B5EF4-FFF2-40B4-BE49-F238E27FC236}">
                <a16:creationId xmlns:a16="http://schemas.microsoft.com/office/drawing/2014/main" id="{A4C9BF54-BE8D-AD86-C859-4DED6C622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082" y="2212259"/>
            <a:ext cx="6013072" cy="185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673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81B983AC21C246A1AD924065E0706D" ma:contentTypeVersion="10" ma:contentTypeDescription="Create a new document." ma:contentTypeScope="" ma:versionID="abcc34ce3cb0852ba6759c236567e4d0">
  <xsd:schema xmlns:xsd="http://www.w3.org/2001/XMLSchema" xmlns:xs="http://www.w3.org/2001/XMLSchema" xmlns:p="http://schemas.microsoft.com/office/2006/metadata/properties" xmlns:ns3="aa7d2bf7-c44f-425b-a776-397d97506b13" xmlns:ns4="5a9d3c0d-d1a7-491a-934f-25a9fdc6d72f" targetNamespace="http://schemas.microsoft.com/office/2006/metadata/properties" ma:root="true" ma:fieldsID="e97079e5f80e2240bbd54f2dd48c4386" ns3:_="" ns4:_="">
    <xsd:import namespace="aa7d2bf7-c44f-425b-a776-397d97506b13"/>
    <xsd:import namespace="5a9d3c0d-d1a7-491a-934f-25a9fdc6d72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7d2bf7-c44f-425b-a776-397d97506b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d3c0d-d1a7-491a-934f-25a9fdc6d72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a7d2bf7-c44f-425b-a776-397d97506b13" xsi:nil="true"/>
  </documentManagement>
</p:properties>
</file>

<file path=customXml/itemProps1.xml><?xml version="1.0" encoding="utf-8"?>
<ds:datastoreItem xmlns:ds="http://schemas.openxmlformats.org/officeDocument/2006/customXml" ds:itemID="{549FFDAA-713B-460D-9446-EFAA191478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7d2bf7-c44f-425b-a776-397d97506b13"/>
    <ds:schemaRef ds:uri="5a9d3c0d-d1a7-491a-934f-25a9fdc6d7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15C5541-C32A-4891-AF02-1C3B7878F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DA91DA-ABAC-49C8-8C49-6B58C622F674}">
  <ds:schemaRefs>
    <ds:schemaRef ds:uri="http://schemas.microsoft.com/office/2006/documentManagement/types"/>
    <ds:schemaRef ds:uri="aa7d2bf7-c44f-425b-a776-397d97506b13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5a9d3c0d-d1a7-491a-934f-25a9fdc6d72f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1026</Words>
  <Application>Microsoft Office PowerPoint</Application>
  <PresentationFormat>Widescreen</PresentationFormat>
  <Paragraphs>171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Kadam Soham Mahesh</dc:creator>
  <cp:lastModifiedBy>Kadam Soham Mahesh</cp:lastModifiedBy>
  <cp:revision>2</cp:revision>
  <dcterms:created xsi:type="dcterms:W3CDTF">2026-01-01T02:35:46Z</dcterms:created>
  <dcterms:modified xsi:type="dcterms:W3CDTF">2026-01-01T04:19:42Z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0x0101002881B983AC21C246A1AD924065E0706D</vt:lpwstr>
  </property>
</Properties>
</file>